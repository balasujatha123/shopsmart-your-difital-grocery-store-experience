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76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8630" y="149225"/>
            <a:ext cx="8207375" cy="2130425"/>
          </a:xfrm>
        </p:spPr>
        <p:txBody>
          <a:bodyPr/>
          <a:lstStyle/>
          <a:p>
            <a:r>
              <a:t>SHOPSMART: YOUR DIGITAL GROCERY STORE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9900" y="2279649"/>
            <a:ext cx="8212455" cy="3368675"/>
          </a:xfrm>
        </p:spPr>
        <p:txBody>
          <a:bodyPr/>
          <a:lstStyle/>
          <a:p>
            <a:r>
              <a:rPr lang="en-US" dirty="0"/>
              <a:t>Team members 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223h1a0505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223h1a0506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223h1a0545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223h1a0546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223h1a0552</a:t>
            </a:r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4560570" y="21983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698090"/>
            <a:ext cx="6554867" cy="2133600"/>
          </a:xfrm>
        </p:spPr>
        <p:txBody>
          <a:bodyPr/>
          <a:lstStyle/>
          <a:p>
            <a:r>
              <a:rPr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SHOPSMART is a digital grocery shopping platform.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Provides convenient and user-friendly online shopping experience.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Designed to simplify daily grocery purchases.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Traditional grocery shopping is time-consuming.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Limited price comparison options.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Lack of personalized recommendations.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Online grocery ordering platform.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Smart search and category filtering.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Personalized recommendations using AI.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Develop a responsive web/mobile application.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Enable secure online payments.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Provide real-time order tracking.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Improve customer convenience.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User Registration &amp; Login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Product Search &amp; Filter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Add to Cart &amp; Wishlist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Secure Payment Gateway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Order History &amp; Tracking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Frontend: HTML, CSS, JavaScript / React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Backend: Node.js / Django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dirty="0"/>
              <a:t>Database: MySQL / MongoDB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Cloud Hosting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Client (User Interface)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Application Server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Database Server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Payment Gateway Integration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Saves Time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Easy Price Comparison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Doorstep Delivery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Secure Transactions.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Enhancements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AI-based demand prediction.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Voice-based shopping assistant.</a:t>
            </a:r>
            <a:endParaRPr dirty="0"/>
          </a:p>
          <a:p>
            <a:pPr lvl="1">
              <a:buFont typeface="Wingdings" panose="05000000000000000000" pitchFamily="2" charset="2"/>
              <a:buChar char="v"/>
            </a:pPr>
            <a:r>
              <a:rPr dirty="0"/>
              <a:t>Subscription-based monthly grocery plans.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SHOPSMART enhances digital grocery shopping.</a:t>
            </a:r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Provides efficient, secure, and smart shopping experience.</a:t>
            </a:r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Bridges gap between customers and retailers.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Module: Registration, Login, Profile Management</a:t>
            </a:r>
          </a:p>
          <a:p>
            <a:r>
              <a:t>2. Product Module: Add, Update, Delete Products</a:t>
            </a:r>
          </a:p>
          <a:p>
            <a:r>
              <a:t>3. Cart Module: Add to Cart, Update Quantity</a:t>
            </a:r>
          </a:p>
          <a:p>
            <a:r>
              <a:t>4. Payment Module: Secure Payment Processing</a:t>
            </a:r>
          </a:p>
          <a:p>
            <a:r>
              <a:t>5. Admin Module: Manage Users &amp; Orders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Login Authentication</a:t>
            </a:r>
          </a:p>
          <a:p>
            <a:r>
              <a:t>• Encrypted Payment Transactions</a:t>
            </a:r>
          </a:p>
          <a:p>
            <a:r>
              <a:t>• Data Protection &amp; Privacy Policies</a:t>
            </a:r>
          </a:p>
          <a:p>
            <a:r>
              <a:t>• Role-Based Access Control (Admin/User)</a:t>
            </a:r>
          </a:p>
          <a:p>
            <a:r>
              <a:t>• Secure Database 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 Used:</a:t>
            </a:r>
          </a:p>
          <a:p>
            <a:r>
              <a:t>• Users Table</a:t>
            </a:r>
          </a:p>
          <a:p>
            <a:r>
              <a:t>• Products Table</a:t>
            </a:r>
          </a:p>
          <a:p>
            <a:r>
              <a:t>• Orders Table</a:t>
            </a:r>
          </a:p>
          <a:p>
            <a:r>
              <a:t>• Payments Table</a:t>
            </a:r>
          </a:p>
          <a:p/>
          <a:p>
            <a:r>
              <a:t>Ensures proper data management and quick retrieval.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 Testing for Individual Modules</a:t>
            </a:r>
          </a:p>
          <a:p>
            <a:r>
              <a:t>• Integration Testing for System Flow</a:t>
            </a:r>
          </a:p>
          <a:p>
            <a:r>
              <a:t>• User Acceptance Testing</a:t>
            </a:r>
          </a:p>
          <a:p>
            <a:r>
              <a:t>• Performance Testing for Load Handling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Supermarkets</a:t>
            </a:r>
          </a:p>
          <a:p>
            <a:r>
              <a:t>• Retail Chain Stores</a:t>
            </a:r>
          </a:p>
          <a:p>
            <a:r>
              <a:t>• Local Grocery Vendors</a:t>
            </a:r>
          </a:p>
          <a:p>
            <a:r>
              <a:t>• Subscription-Based Grocery Services</a:t>
            </a:r>
          </a:p>
          <a:p/>
          <a:p>
            <a:r>
              <a:t>Helps businesses move towards digital transformation.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 of SHOPSMART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User registers and logs into the system.</a:t>
            </a:r>
          </a:p>
          <a:p>
            <a:r>
              <a:t>Step 2: User searches and selects products.</a:t>
            </a:r>
          </a:p>
          <a:p>
            <a:r>
              <a:t>Step 3: Products are added to cart.</a:t>
            </a:r>
          </a:p>
          <a:p>
            <a:r>
              <a:t>Step 4: User proceeds to secure payment.</a:t>
            </a:r>
          </a:p>
          <a:p>
            <a:r>
              <a:t>Step 5: Order confirmation and delivery tracking.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page loading using optimized frontend.</a:t>
            </a:r>
          </a:p>
          <a:p>
            <a:r>
              <a:t>• Efficient database queries.</a:t>
            </a:r>
          </a:p>
          <a:p>
            <a:r>
              <a:t>• Secure API communication.</a:t>
            </a:r>
          </a:p>
          <a:p>
            <a:r>
              <a:t>• Cloud scalability support.</a:t>
            </a:r>
          </a:p>
          <a:p>
            <a:r>
              <a:t>• Reliable payment gateway integration.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SHOPSMART platform successfully demonstrates</a:t>
            </a:r>
          </a:p>
          <a:p>
            <a:r>
              <a:t>a digital grocery solution with secure transactions,</a:t>
            </a:r>
          </a:p>
          <a:p>
            <a:r>
              <a:t>user-friendly interface, and scalable architecture.</a:t>
            </a:r>
          </a:p>
          <a:p/>
          <a:p>
            <a:r>
              <a:t>It provides practical exposure to real-world web</a:t>
            </a:r>
          </a:p>
          <a:p>
            <a:r>
              <a:t>application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2989</Words>
  <Application>WPS Presentation</Application>
  <PresentationFormat>On-screen Show (4:3)</PresentationFormat>
  <Paragraphs>142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Wingdings 3</vt:lpstr>
      <vt:lpstr>Arial</vt:lpstr>
      <vt:lpstr>Century Gothic</vt:lpstr>
      <vt:lpstr>Microsoft YaHei</vt:lpstr>
      <vt:lpstr>Arial Unicode MS</vt:lpstr>
      <vt:lpstr>Calibri</vt:lpstr>
      <vt:lpstr>Art_mountaineering</vt:lpstr>
      <vt:lpstr>SHOPSMART: YOUR DIGITAL GROCERY STORE EXPERIENCE</vt:lpstr>
      <vt:lpstr>Introduction</vt:lpstr>
      <vt:lpstr>Problem Statement</vt:lpstr>
      <vt:lpstr>Proposed Solution</vt:lpstr>
      <vt:lpstr>Project Objectives</vt:lpstr>
      <vt:lpstr>Key Features</vt:lpstr>
      <vt:lpstr>Technologies Used</vt:lpstr>
      <vt:lpstr>System Architecture</vt:lpstr>
      <vt:lpstr>Advantages</vt:lpstr>
      <vt:lpstr>Future Enhancements</vt:lpstr>
      <vt:lpstr>Conclusion</vt:lpstr>
      <vt:lpstr>Detailed System Modules</vt:lpstr>
      <vt:lpstr>Security Measures</vt:lpstr>
      <vt:lpstr>Database Design Overview</vt:lpstr>
      <vt:lpstr>Testing &amp; Validation</vt:lpstr>
      <vt:lpstr>Real-World Applications</vt:lpstr>
      <vt:lpstr>Working Process of SHOPSMART</vt:lpstr>
      <vt:lpstr>Performance Considerations</vt:lpstr>
      <vt:lpstr>Project Outcome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SHOPSMART: YOUR DIGITAL GROCERY STORE EXPERIENCE</dc:title>
  <dc:creator/>
  <dc:description>generated using python-pptx</dc:description>
  <cp:lastModifiedBy>nandi</cp:lastModifiedBy>
  <cp:revision>8</cp:revision>
  <dcterms:created xsi:type="dcterms:W3CDTF">2013-01-27T09:14:00Z</dcterms:created>
  <dcterms:modified xsi:type="dcterms:W3CDTF">2026-02-20T07:10:27Z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F07B57F0204844D0B9C7AEDD5E5CF22A_13</vt:lpwstr>
  </property>
  <property fmtid="{D5CDD505-2E9C-101B-9397-08002B2CF9AE}" pid="3" name="KSOProductBuildVer">
    <vt:lpwstr>1033-12.2.0.23196</vt:lpwstr>
  </property>
</Properties>
</file>